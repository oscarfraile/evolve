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3" d="100"/>
          <a:sy n="113" d="100"/>
        </p:scale>
        <p:origin x="3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6000" dirty="0" err="1"/>
              <a:t>Analisis</a:t>
            </a:r>
            <a:r>
              <a:rPr sz="6000" dirty="0"/>
              <a:t> de </a:t>
            </a:r>
            <a:r>
              <a:rPr sz="6000" dirty="0" err="1"/>
              <a:t>Resenas</a:t>
            </a:r>
            <a:endParaRPr sz="60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E870"/>
                </a:solidFill>
              </a:defRPr>
            </a:pPr>
            <a:r>
              <a:rPr dirty="0"/>
              <a:t>Wise.com </a:t>
            </a:r>
            <a:r>
              <a:rPr dirty="0" err="1"/>
              <a:t>en</a:t>
            </a:r>
            <a:r>
              <a:rPr dirty="0"/>
              <a:t> Trustpilot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Sector: Money &amp; Insurance  |  Dataset: Trustpilot Reviews 123k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Deep Learning - Proyecto de Modulo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Objetivos y 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1. Sentimiento global de Wise: positivo o negativo?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2. Que temas tratan las resenas?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3. Sentimiento por tema: donde ganamos y donde perdemos?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4. Areas de mejora concretas.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Metodologia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Dataset: 100 resenas de Wise + 5.729 del sector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Sentimiento: BERT (nlptown, 1-5 estrellas)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Topics: BERTopic (embeddings + UMAP + HDBSCAN)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Comparativa: 69 empresas de Money &amp; 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Visualizacion: matplotlib, seaborn, wordcloud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Sentimiento Global - Wise.com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Hallazgos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rPr lang="es-ES" dirty="0"/>
              <a:t>49</a:t>
            </a:r>
            <a:r>
              <a:rPr dirty="0"/>
              <a:t>% de las </a:t>
            </a:r>
            <a:r>
              <a:rPr dirty="0" err="1"/>
              <a:t>resenas</a:t>
            </a:r>
            <a:r>
              <a:rPr dirty="0"/>
              <a:t> son NEGATIVAS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1488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Solo 3</a:t>
            </a:r>
            <a:r>
              <a:rPr lang="es-ES" dirty="0"/>
              <a:t>5</a:t>
            </a:r>
            <a:r>
              <a:rPr dirty="0"/>
              <a:t>% son </a:t>
            </a:r>
            <a:r>
              <a:rPr dirty="0" err="1"/>
              <a:t>positivas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80" y="256032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1</a:t>
            </a:r>
            <a:r>
              <a:rPr lang="es-ES" dirty="0"/>
              <a:t>6</a:t>
            </a:r>
            <a:r>
              <a:rPr dirty="0"/>
              <a:t>% </a:t>
            </a:r>
            <a:r>
              <a:rPr dirty="0" err="1"/>
              <a:t>neutras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58368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El sentimiento negativo domina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claramente en las resenas de 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6734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rPr lang="en-US" dirty="0"/>
              <a:t>49% </a:t>
            </a:r>
            <a:r>
              <a:rPr lang="en-US" dirty="0" err="1"/>
              <a:t>Negativo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1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rPr dirty="0"/>
              <a:t>3</a:t>
            </a:r>
            <a:r>
              <a:rPr lang="es-ES" dirty="0"/>
              <a:t>5</a:t>
            </a:r>
            <a:r>
              <a:rPr dirty="0"/>
              <a:t>% </a:t>
            </a:r>
            <a:r>
              <a:rPr dirty="0" err="1"/>
              <a:t>Positivo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669368" y="539646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rPr dirty="0"/>
              <a:t>1</a:t>
            </a:r>
            <a:r>
              <a:rPr lang="es-ES" dirty="0"/>
              <a:t>6</a:t>
            </a:r>
            <a:r>
              <a:rPr dirty="0"/>
              <a:t>% </a:t>
            </a:r>
            <a:r>
              <a:rPr dirty="0" err="1"/>
              <a:t>Neutro</a:t>
            </a:r>
            <a:endParaRPr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45CFD4E-7EAC-4D89-AA01-205A268F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29556"/>
            <a:ext cx="4876801" cy="36334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Wise vs Competencia - Ranking del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4151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Posicion de 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7031" y="192024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 err="1"/>
              <a:t>Puesto</a:t>
            </a:r>
            <a:r>
              <a:rPr dirty="0"/>
              <a:t> </a:t>
            </a:r>
            <a:r>
              <a:rPr lang="es-ES" dirty="0"/>
              <a:t>53 de 70 </a:t>
            </a:r>
            <a:r>
              <a:rPr dirty="0" err="1"/>
              <a:t>empresas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807031" y="233172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3</a:t>
            </a:r>
            <a:r>
              <a:rPr lang="es-ES" dirty="0"/>
              <a:t>5</a:t>
            </a:r>
            <a:r>
              <a:rPr dirty="0"/>
              <a:t>% </a:t>
            </a:r>
            <a:r>
              <a:rPr dirty="0" err="1"/>
              <a:t>resenas</a:t>
            </a:r>
            <a:r>
              <a:rPr dirty="0"/>
              <a:t> </a:t>
            </a:r>
            <a:r>
              <a:rPr dirty="0" err="1"/>
              <a:t>positivas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807031" y="274320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dirty="0"/>
              <a:t>Media del sector: 4</a:t>
            </a:r>
            <a:r>
              <a:rPr lang="es-ES" dirty="0"/>
              <a:t>7.3</a:t>
            </a:r>
            <a:r>
              <a:rPr dirty="0"/>
              <a:t>%</a:t>
            </a:r>
            <a:r>
              <a:rPr lang="es-ES" dirty="0"/>
              <a:t> RP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07031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7031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Wise esta 12 puntos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7031" y="3977639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rPr lang="es-ES" dirty="0"/>
              <a:t>P</a:t>
            </a:r>
            <a:r>
              <a:rPr dirty="0"/>
              <a:t>or </a:t>
            </a:r>
            <a:r>
              <a:rPr dirty="0" err="1"/>
              <a:t>debajo</a:t>
            </a:r>
            <a:r>
              <a:rPr dirty="0"/>
              <a:t> de la media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D0727E-3BF3-4B77-B401-B7D2D0C8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1219200"/>
            <a:ext cx="2836187" cy="473492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D2BC101-718E-4BC2-BBA5-F239EACF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742" y="1142999"/>
            <a:ext cx="5767397" cy="4572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Topics - De que hablan las resenas?</a:t>
            </a:r>
          </a:p>
        </p:txBody>
      </p:sp>
      <p:pic>
        <p:nvPicPr>
          <p:cNvPr id="3" name="Picture 2" descr="wise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Analisis con BERTopic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BERTopic entrenado sobre ~5.700 resenas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121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del sector completo para mayor robustez.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5054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28895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41 de 100 resenas de Wise caen en 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2735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topic 'Banca general / Fintech'.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4041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55 resenas son outliers: lenguaje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42569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muy diverso, sin patron dominante.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Sentimiento por Topic - Wise.com</a:t>
            </a:r>
          </a:p>
        </p:txBody>
      </p:sp>
      <p:pic>
        <p:nvPicPr>
          <p:cNvPr id="3" name="Picture 2" descr="wise_sentimiento_por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Interpretacion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Banca general / Fintech: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3042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43.9% positivo | 43.9% negativo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6883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Sentimiento equilibrado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07238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34564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Atencion al cliente: 100% negativo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Proceso facil: 100% negativo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2245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Apertura de cuenta: 100% negativo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6085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49926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Los topics especificos donde 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376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tiene resenas son negativos.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Wise vs Sector - Gap por Topic</a:t>
            </a:r>
          </a:p>
        </p:txBody>
      </p:sp>
      <p:pic>
        <p:nvPicPr>
          <p:cNvPr id="3" name="Picture 2" descr="wise_gap_competencia_por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C9F"/>
                </a:solidFill>
              </a:defRPr>
            </a:pPr>
            <a:r>
              <a:t>Lectura del grafico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Verde = Wise supera la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3042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Rojo = Wise por debajo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68833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3072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Unica ventaja: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564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Banca general: +13pp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42245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Principales debilidades: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60857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Atencion al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9926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  Verificacion / KYC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Que dicen las resenas negativas?</a:t>
            </a:r>
          </a:p>
        </p:txBody>
      </p:sp>
      <p:pic>
        <p:nvPicPr>
          <p:cNvPr id="3" name="Picture 2" descr="wise_wordcloud_neg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E870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El 55% de las resenas son negativas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Wise esta en el puesto 23/69 del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12 puntos por debajo de la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El topic dominante es Banca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Los topics especificos son 100% negativos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E870"/>
                </a:solidFill>
              </a:defRPr>
            </a:pPr>
            <a:r>
              <a:t>Recomendaciones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1. Mejorar atencion al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50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(principal punto de dolor)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895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2. Simplificar verificacion 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284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3. Comunicacion proactiva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67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bloqueos y retrasos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4. Capitalizar ventaja 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45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transferencias internacionales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9FE870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Wise.com - Analisis de Resenas Trustpilot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Deep Learning | Proyecto de Modulo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440</Words>
  <Application>Microsoft Office PowerPoint</Application>
  <PresentationFormat>Panorámica</PresentationFormat>
  <Paragraphs>79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Oscar Fraile</cp:lastModifiedBy>
  <cp:revision>2</cp:revision>
  <dcterms:created xsi:type="dcterms:W3CDTF">2013-01-27T09:14:16Z</dcterms:created>
  <dcterms:modified xsi:type="dcterms:W3CDTF">2026-04-16T18:01:24Z</dcterms:modified>
  <cp:category/>
</cp:coreProperties>
</file>